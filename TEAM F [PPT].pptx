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41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0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58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8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00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4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7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3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03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90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45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05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434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99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06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3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0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3949" r:id="rId15"/>
    <p:sldLayoutId id="2147483950" r:id="rId16"/>
    <p:sldLayoutId id="21474839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/>
              <a:t>Smart Blink Stick</a:t>
            </a:r>
          </a:p>
          <a:p>
            <a:r>
              <a:rPr sz="3600" b="1" dirty="0"/>
              <a:t>For Visually Impaired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 assistive technology for visually impaired individuals</a:t>
            </a:r>
            <a:endParaRPr sz="2800" dirty="0"/>
          </a:p>
          <a:p>
            <a:r>
              <a:rPr sz="2800" dirty="0"/>
              <a:t>Assist visually impaired individuals in navigating safely.</a:t>
            </a:r>
          </a:p>
          <a:p>
            <a:r>
              <a:rPr sz="2800" dirty="0"/>
              <a:t>Reduce accidents and provide directional awareness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731837"/>
            <a:ext cx="6343672" cy="792163"/>
          </a:xfrm>
        </p:spPr>
        <p:txBody>
          <a:bodyPr/>
          <a:lstStyle/>
          <a:p>
            <a:r>
              <a:rPr lang="en-US" sz="3600" b="1" dirty="0"/>
              <a:t>KEY FEATURES</a:t>
            </a:r>
            <a:endParaRPr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5446"/>
            <a:ext cx="8229600" cy="4699820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lang="en-US" sz="3000" b="1" dirty="0"/>
              <a:t>Object Detection : </a:t>
            </a:r>
            <a:r>
              <a:rPr lang="en-US" sz="2600" dirty="0"/>
              <a:t>Utilizes computer vision and AI to detect obstacles, stairs, and objects in the user’s path.</a:t>
            </a:r>
          </a:p>
          <a:p>
            <a:r>
              <a:rPr lang="en-US" sz="3000" b="1" dirty="0"/>
              <a:t>Navigation :</a:t>
            </a:r>
            <a:r>
              <a:rPr lang="en-US" b="1" dirty="0"/>
              <a:t> </a:t>
            </a:r>
            <a:r>
              <a:rPr lang="en-US" sz="2800" dirty="0"/>
              <a:t>Provide audio feedback to guide the user through their surroundings.</a:t>
            </a:r>
          </a:p>
          <a:p>
            <a:r>
              <a:rPr lang="en-US" sz="3000" b="1" dirty="0"/>
              <a:t>Smart alert : </a:t>
            </a:r>
            <a:r>
              <a:rPr lang="en-US" sz="2600" dirty="0"/>
              <a:t>Alerts the user to potential hazards, such as potholes or low hanging branches.</a:t>
            </a:r>
          </a:p>
          <a:p>
            <a:r>
              <a:rPr lang="en-US" sz="3000" b="1" dirty="0"/>
              <a:t>GPS and Mapping : </a:t>
            </a:r>
            <a:r>
              <a:rPr lang="en-US" sz="2600" dirty="0"/>
              <a:t>Integrates GPS and mapping technology to provide location- based information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TECHNICAL SPECIFICATION</a:t>
            </a:r>
            <a:endParaRPr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7794"/>
            <a:ext cx="8229600" cy="4689987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lang="en-US" sz="2800" b="1" dirty="0"/>
              <a:t>Sensors : </a:t>
            </a:r>
            <a:r>
              <a:rPr lang="en-US" sz="2400" dirty="0"/>
              <a:t>Equipped with a range of sensors, including ultrasonic, infrared, and GPS.</a:t>
            </a:r>
            <a:endParaRPr lang="en-US" dirty="0"/>
          </a:p>
          <a:p>
            <a:r>
              <a:rPr lang="en-US" sz="2800" b="1" dirty="0"/>
              <a:t>Processing unit : </a:t>
            </a:r>
            <a:r>
              <a:rPr lang="en-US" sz="2400" dirty="0"/>
              <a:t>Powered by a high-performance processing unit, enabling fast and accurate processing of sensor data.</a:t>
            </a:r>
          </a:p>
          <a:p>
            <a:r>
              <a:rPr lang="en-US" sz="2800" b="1" dirty="0"/>
              <a:t>Battery Life : </a:t>
            </a:r>
            <a:r>
              <a:rPr lang="en-US" sz="2400" dirty="0"/>
              <a:t>Long-lasting battery life, with up to 5 hours of continuous use.</a:t>
            </a:r>
          </a:p>
          <a:p>
            <a:r>
              <a:rPr lang="en-US" sz="2800" b="1" dirty="0"/>
              <a:t>Connectivity :</a:t>
            </a:r>
            <a:r>
              <a:rPr lang="en-US" dirty="0"/>
              <a:t> </a:t>
            </a:r>
            <a:r>
              <a:rPr lang="en-US" sz="2400" dirty="0"/>
              <a:t>Supports bluetooth and Wi-Fi connectivity for seamless integration with smartphones and other devices.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/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18735"/>
            <a:ext cx="8229600" cy="3707429"/>
          </a:xfrm>
        </p:spPr>
        <p:txBody>
          <a:bodyPr/>
          <a:lstStyle/>
          <a:p>
            <a:endParaRPr dirty="0"/>
          </a:p>
          <a:p>
            <a:r>
              <a:rPr sz="2800" dirty="0"/>
              <a:t>Ultrasonic Sensor – Detects obstacles.</a:t>
            </a:r>
          </a:p>
          <a:p>
            <a:r>
              <a:rPr sz="2800" dirty="0"/>
              <a:t>Microcontroller (Arduino/ESP32) – Processes data.</a:t>
            </a:r>
          </a:p>
          <a:p>
            <a:r>
              <a:rPr sz="2800" dirty="0"/>
              <a:t>Buzzer/Vibration Motor – Provides alerts.</a:t>
            </a:r>
          </a:p>
          <a:p>
            <a:r>
              <a:rPr sz="2800" dirty="0"/>
              <a:t>Battery Module – Powers the device.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/>
              <a:t>Working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22090"/>
            <a:ext cx="8229600" cy="3904073"/>
          </a:xfrm>
        </p:spPr>
        <p:txBody>
          <a:bodyPr/>
          <a:lstStyle/>
          <a:p>
            <a:endParaRPr dirty="0"/>
          </a:p>
          <a:p>
            <a:r>
              <a:rPr sz="2800" dirty="0"/>
              <a:t>Sensor detects object → sends signal to controller.</a:t>
            </a:r>
          </a:p>
          <a:p>
            <a:r>
              <a:rPr sz="2800" dirty="0"/>
              <a:t>Controller activates vibration/buzzer.</a:t>
            </a:r>
          </a:p>
          <a:p>
            <a:r>
              <a:rPr sz="2800" dirty="0"/>
              <a:t>User receives alert and avoids obstacle.</a:t>
            </a:r>
          </a:p>
          <a:p>
            <a:r>
              <a:rPr sz="2800" dirty="0"/>
              <a:t>Optional features: GPS, Voice alerts, IoT connectivity.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/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6787"/>
            <a:ext cx="8229600" cy="4778477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lang="en-US" sz="2800" b="1" dirty="0"/>
              <a:t>Increased Independence : </a:t>
            </a:r>
            <a:r>
              <a:rPr lang="en-US" sz="2400" dirty="0"/>
              <a:t>Enhances mobility and independence for visually impaired individuals.</a:t>
            </a:r>
          </a:p>
          <a:p>
            <a:r>
              <a:rPr lang="en-US" sz="2800" b="1" dirty="0"/>
              <a:t>Improve Safety : </a:t>
            </a:r>
            <a:r>
              <a:rPr lang="en-US" sz="2400" dirty="0"/>
              <a:t>Reduces the risk of accidents and injuries.</a:t>
            </a:r>
          </a:p>
          <a:p>
            <a:r>
              <a:rPr lang="en-US" sz="2800" b="1" dirty="0"/>
              <a:t>Advanced AI Integration : </a:t>
            </a:r>
            <a:r>
              <a:rPr lang="en-US" sz="2400" dirty="0"/>
              <a:t>Integration with advanced AI algorithms for improved object detection and navigation.</a:t>
            </a:r>
          </a:p>
          <a:p>
            <a:r>
              <a:rPr lang="en-US" sz="2800" b="1" dirty="0"/>
              <a:t>Expanded Sensor Capabilities : </a:t>
            </a:r>
            <a:r>
              <a:rPr lang="en-US" sz="2400" dirty="0"/>
              <a:t>Incorporation of additional sensors, such as LiDAR and 3D cameras, for enhanced navigation and obstacle detection.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BDA1-2B20-09E6-651A-748ADFECE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TEAM F</a:t>
            </a:r>
            <a:endParaRPr lang="en-IN" sz="36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4AF47-DAB4-B78A-67A1-EF861C915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500" b="1" dirty="0"/>
              <a:t>Team Members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000" dirty="0"/>
              <a:t>Utkarsh Vishwakarma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000" dirty="0"/>
              <a:t>Chandan Gupta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000" dirty="0"/>
              <a:t>Anubhav Pandey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000" dirty="0"/>
              <a:t>Shivam Ranjan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000" dirty="0"/>
              <a:t>Divyanshu Shukla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000" dirty="0"/>
              <a:t>Vipin Yadav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762466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83</TotalTime>
  <Words>316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Ion Boardroom</vt:lpstr>
      <vt:lpstr>Smart Blink Stick For Visually Impaired</vt:lpstr>
      <vt:lpstr>KEY FEATURES</vt:lpstr>
      <vt:lpstr>TECHNICAL SPECIFICATION</vt:lpstr>
      <vt:lpstr>System Components</vt:lpstr>
      <vt:lpstr>Working Mechanism</vt:lpstr>
      <vt:lpstr>Conclusion &amp; Future Scope</vt:lpstr>
      <vt:lpstr>TEAM 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chandan gupta</dc:creator>
  <cp:keywords/>
  <dc:description>generated using python-pptx</dc:description>
  <cp:lastModifiedBy>chandan gupta</cp:lastModifiedBy>
  <cp:revision>5</cp:revision>
  <dcterms:created xsi:type="dcterms:W3CDTF">2013-01-27T09:14:16Z</dcterms:created>
  <dcterms:modified xsi:type="dcterms:W3CDTF">2025-11-15T09:27:42Z</dcterms:modified>
  <cp:category/>
</cp:coreProperties>
</file>